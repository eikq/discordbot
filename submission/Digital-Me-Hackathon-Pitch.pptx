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bc5065c09b4950" /><Relationship Type="http://schemas.openxmlformats.org/officeDocument/2006/relationships/extended-properties" Target="/docProps/app.xml" Id="R09427a25a6ca4140" /><Relationship Type="http://schemas.openxmlformats.org/officeDocument/2006/relationships/officeDocument" Target="/ppt/presentation.xml" Id="R4ddfaa8d80854d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cfe7802ce49f2"/>
  </p:sldMasterIdLst>
  <p:notesMasterIdLst>
    <p:notesMasterId xmlns:r="http://schemas.openxmlformats.org/officeDocument/2006/relationships" r:id="R597b670cb1f443ee"/>
  </p:notesMasterIdLst>
  <p:sldIdLst>
    <p:sldId xmlns:r="http://schemas.openxmlformats.org/officeDocument/2006/relationships" id="256" r:id="R0571d9c7da014374"/>
    <p:sldId xmlns:r="http://schemas.openxmlformats.org/officeDocument/2006/relationships" id="257" r:id="Reb20d03133db438d"/>
    <p:sldId xmlns:r="http://schemas.openxmlformats.org/officeDocument/2006/relationships" id="258" r:id="Ree01eb08f06d4e7d"/>
    <p:sldId xmlns:r="http://schemas.openxmlformats.org/officeDocument/2006/relationships" id="259" r:id="Rdbe83c54a5764033"/>
    <p:sldId xmlns:r="http://schemas.openxmlformats.org/officeDocument/2006/relationships" id="260" r:id="R496ae037624d4315"/>
    <p:sldId xmlns:r="http://schemas.openxmlformats.org/officeDocument/2006/relationships" id="261" r:id="Re6dc83206a4946b6"/>
    <p:sldId xmlns:r="http://schemas.openxmlformats.org/officeDocument/2006/relationships" id="262" r:id="R2f9e4479fcce4d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d1448056eb477c" /><Relationship Type="http://schemas.openxmlformats.org/officeDocument/2006/relationships/slideMaster" Target="/ppt/slideMasters/slideMaster1.xml" Id="Rbfbcfe7802ce49f2" /><Relationship Type="http://schemas.openxmlformats.org/officeDocument/2006/relationships/notesMaster" Target="/ppt/notesMasters/notesMaster1.xml" Id="R597b670cb1f443ee" /><Relationship Type="http://schemas.openxmlformats.org/officeDocument/2006/relationships/presProps" Target="/ppt/presProps.xml" Id="Rc9da1873ea9f4695" /><Relationship Type="http://schemas.openxmlformats.org/officeDocument/2006/relationships/tableStyles" Target="/ppt/tableStyles.xml" Id="R5ca9f75d06204400" /><Relationship Type="http://schemas.openxmlformats.org/officeDocument/2006/relationships/slide" Target="/ppt/slides/slide1.xml" Id="R0571d9c7da014374" /><Relationship Type="http://schemas.openxmlformats.org/officeDocument/2006/relationships/slide" Target="/ppt/slides/slide2.xml" Id="Reb20d03133db438d" /><Relationship Type="http://schemas.openxmlformats.org/officeDocument/2006/relationships/slide" Target="/ppt/slides/slide3.xml" Id="Ree01eb08f06d4e7d" /><Relationship Type="http://schemas.openxmlformats.org/officeDocument/2006/relationships/slide" Target="/ppt/slides/slide4.xml" Id="Rdbe83c54a5764033" /><Relationship Type="http://schemas.openxmlformats.org/officeDocument/2006/relationships/slide" Target="/ppt/slides/slide5.xml" Id="R496ae037624d4315" /><Relationship Type="http://schemas.openxmlformats.org/officeDocument/2006/relationships/slide" Target="/ppt/slides/slide6.xml" Id="Re6dc83206a4946b6" /><Relationship Type="http://schemas.openxmlformats.org/officeDocument/2006/relationships/slide" Target="/ppt/slides/slide7.xml" Id="R2f9e4479fcce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78e7f26074c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62bba73c64389" /><Relationship Type="http://schemas.openxmlformats.org/officeDocument/2006/relationships/notesMaster" Target="/ppt/notesMasters/notesMaster1.xml" Id="R3fcfd0cf0b364c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258c081d34271" /><Relationship Type="http://schemas.openxmlformats.org/officeDocument/2006/relationships/notesMaster" Target="/ppt/notesMasters/notesMaster1.xml" Id="R24e54d20678942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260f598f8467b" /><Relationship Type="http://schemas.openxmlformats.org/officeDocument/2006/relationships/notesMaster" Target="/ppt/notesMasters/notesMaster1.xml" Id="R4b10d8336af844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6faecfe1f747ad" /><Relationship Type="http://schemas.openxmlformats.org/officeDocument/2006/relationships/notesMaster" Target="/ppt/notesMasters/notesMaster1.xml" Id="R1623608cc239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8952e73fd04d8b" /><Relationship Type="http://schemas.openxmlformats.org/officeDocument/2006/relationships/notesMaster" Target="/ppt/notesMasters/notesMaster1.xml" Id="R657879465d9a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c5aaf39d94a1a" /><Relationship Type="http://schemas.openxmlformats.org/officeDocument/2006/relationships/notesMaster" Target="/ppt/notesMasters/notesMaster1.xml" Id="Rec829f861cf74c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a3a1809c004a39" /><Relationship Type="http://schemas.openxmlformats.org/officeDocument/2006/relationships/notesMaster" Target="/ppt/notesMasters/notesMaster1.xml" Id="Rc73ee38c6ddc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เปิดด้วยปัญหาที่ทุกคนเคยเจอ: voice bot ฟังได้ แต่ไม่เข้าใจคนในกลุ่มและเสียงยังไม่เป็นธรรมชาติ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README.md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เล่าจากประสบการณ์ทดสอบจริงของโปรเจกต์ โดยไม่กล่าวอ้าง benchmark ภายนอก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PROJECT_STATUS.md and local project issue history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ชี้ให้เห็นว่า target-only audio ใช้ฝึกเสียง ส่วนเสียงคนอื่นช่วยเข้าใจบริบทโดยไม่ปนใน dataset ของ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README.md; docs/JAITTS_INTEGRATION.md; src/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เดโม public app ที่ digital-me-thai-voice.piriyapong2551.chatgpt.site ก่อน แล้วค่อยแสดง Discord/GPU recording ที่เตรียมไว้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demo source in public-demo/; dashboard source in server.ts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verification boundary อย่างตรงไปตรงมา: automated tests พิสูจน์ logic แต่ความเหมือนของเสียงต้อง listening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local test run recorded in project handoff, 2026-08-13</a:t>
            </a:r>
          </a:p>
          <a:p xmlns:a="http://schemas.openxmlformats.org/drawingml/2006/main">
            <a:r>
              <a:t>- Public demo CI-equivalent local validation, 2026-08-14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ย้ำว่า public sandbox เป็น simulation ปลอดข้อมูลส่วนตัว ส่วนวิดีโอระบบจริงต้องมีหนังสือยินยอม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submission/VOICE_CONSENT_RELEASE.md; README.md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ปิดด้วยการเชิญกรรมการทดลอง public app และตรวจ source 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deployment URL; GitHub repository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2ac8c008342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6d0a669404990" /><Relationship Type="http://schemas.openxmlformats.org/officeDocument/2006/relationships/slideLayout" Target="/ppt/slideLayouts/slideLayout1.xml" Id="R2b38b58394de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38b58394de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32d13533b4efd" /><Relationship Type="http://schemas.openxmlformats.org/officeDocument/2006/relationships/notesSlide" Target="/ppt/notesSlides/notesSlide1.xml" Id="R9248ed54254d40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75902b3764694" /><Relationship Type="http://schemas.openxmlformats.org/officeDocument/2006/relationships/notesSlide" Target="/ppt/notesSlides/notesSlide2.xml" Id="R8aaed23500bd45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5d3191b76418e" /><Relationship Type="http://schemas.openxmlformats.org/officeDocument/2006/relationships/notesSlide" Target="/ppt/notesSlides/notesSlide3.xml" Id="Rb7f7ea62594a48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ecc73b6a34bd6" /><Relationship Type="http://schemas.openxmlformats.org/officeDocument/2006/relationships/notesSlide" Target="/ppt/notesSlides/notesSlide4.xml" Id="Reb38d8b4029a40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9c4b066884efd" /><Relationship Type="http://schemas.openxmlformats.org/officeDocument/2006/relationships/notesSlide" Target="/ppt/notesSlides/notesSlide5.xml" Id="Rb1227aace1fc4a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c50a0f5cc4ffc" /><Relationship Type="http://schemas.openxmlformats.org/officeDocument/2006/relationships/notesSlide" Target="/ppt/notesSlides/notesSlide6.xml" Id="R458e63f942584d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5eaf5836140bd" /><Relationship Type="http://schemas.openxmlformats.org/officeDocument/2006/relationships/notesSlide" Target="/ppt/notesSlides/notesSlide7.xml" Id="Re1c20ca1c2964f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D839F839-3562-450A-B9A0-CD75F2A4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Digital Me
Thai Voice AI for Discord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69AFFCC-1F65-4066-AA44-41CF1CE6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ฟังภาษาไทย · จำบริบท · ตอบด้วยเสียงอย่างมีความยินยอม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6155AE4-146A-4156-8350-54A79090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CODE HACKATHON · 2026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EF60C8F3-5786-4BEA-908F-47B00370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5" name="status-1">
            <a:extLst xmlns:a="http://schemas.openxmlformats.org/drawingml/2006/main">
              <a:ext uri="{FF2B5EF4-FFF2-40B4-BE49-F238E27FC236}">
                <a16:creationId xmlns:a16="http://schemas.microsoft.com/office/drawing/2014/main" id="{640D5FBA-D6A4-4BB0-9483-EA8A08D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8820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9B39914-978E-418B-BF20-B6F65787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AA6A31E-B638-4389-A888-07D66D5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ปัญหาที่เราแก้: เสียงอย่างเดียวไม่พอ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1B03EA8-93F2-47CC-94B4-D5A406F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ภาษาที่ใช้จริง
ไทยปนอังกฤษ หลุดคำ และ noise กลายเป็นข้อความมั่ว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4737FFFA-99CE-40C1-9BC2-C3A119C1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บริบทของกลุ่ม
ไม่รู้ชื่อเล่น ความสัมพันธ์ หรือสิ่งที่เพิ่งคุยกัน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433664F7-D7AD-48C9-A30A-8FE2ACD6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เสียงที่แข็ง
โทนซ้ำ จังหวะแข็ง และไม่สะท้อนบุคลิก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EF9B594F-2DCC-45FF-B5BC-D0DCE86C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1D9D7FCC-653D-4AAC-968E-1D5A127E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38ECCCBB-2922-4A2D-BE56-366076B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2">
            <a:extLst xmlns:a="http://schemas.openxmlformats.org/drawingml/2006/main">
              <a:ext uri="{FF2B5EF4-FFF2-40B4-BE49-F238E27FC236}">
                <a16:creationId xmlns:a16="http://schemas.microsoft.com/office/drawing/2014/main" id="{EE9A785D-8C86-490F-A79A-E941E49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10" name="status-2">
            <a:extLst xmlns:a="http://schemas.openxmlformats.org/drawingml/2006/main">
              <a:ext uri="{FF2B5EF4-FFF2-40B4-BE49-F238E27FC236}">
                <a16:creationId xmlns:a16="http://schemas.microsoft.com/office/drawing/2014/main" id="{125951CC-307A-4F5A-980A-5EA5333E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5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52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9BF313F-9CB9-4165-B58E-DCA4F429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9DDB2B6-CBD6-4D4B-932A-8A3B29EB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หนึ่งวงจรสนทนา จากเสียงจริงสู่คำตอบที่มีบริบท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70BE303-A39F-4159-BF56-4EDF5670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LISTEN
เสียงแยกตาม user
ถอดไทย/อังกฤษ และกรอง noise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B5E6212-EED0-4304-9798-33B3A72E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THINK
ค้น social memory
ตอบคำถามจริงตามบริบท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A9F336E-E390-4B39-ADCA-CDC4637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SPEAK
TTS → RVC
เลือก best/latest และรองรับ barge-in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F3B78F10-5A2F-405A-9D68-B669EBB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B4E175D-0422-4375-80E2-7BCD1A47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28024A0-BDD9-4455-A9AC-656A72E0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3">
            <a:extLst xmlns:a="http://schemas.openxmlformats.org/drawingml/2006/main">
              <a:ext uri="{FF2B5EF4-FFF2-40B4-BE49-F238E27FC236}">
                <a16:creationId xmlns:a16="http://schemas.microsoft.com/office/drawing/2014/main" id="{3DD44076-EDCE-4A4E-B807-2C04786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10" name="status-3">
            <a:extLst xmlns:a="http://schemas.openxmlformats.org/drawingml/2006/main">
              <a:ext uri="{FF2B5EF4-FFF2-40B4-BE49-F238E27FC236}">
                <a16:creationId xmlns:a16="http://schemas.microsoft.com/office/drawing/2014/main" id="{40C9E4DE-7EDC-4220-B525-7AC42329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5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4369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BA27059-3BC2-47E5-9E34-BA680742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8B1A3F8-EB37-4165-A54C-450D6A9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สิ่งที่กรรมการทดลองได้ทันที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EA3A31D5-118C-4C00-B978-95121EE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SANDBOX
พิมพ์หรือพูดไทย/อังกฤษ แล้วดู transcript, intent, memory และ reply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F78FCE22-DE3D-433E-AB66-0AE1B0EF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DISCORD LOOP
Dashboard ควบคุม join, listen, train, model select และ voice response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D836DD2-E2D7-462B-B6BE-4B56FF4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GPU STUDIO
เทรน/finetune, เลือก best/latest และแปลงเสียงพูดหรือเสียงร้อง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AAC6F519-0B45-45B5-A4B0-B90DAB3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3CA5FC00-4F0C-4D96-9B1F-F1F1AFE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91EAF500-560C-4CED-AD6B-56892EC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64E897AB-368E-4E70-BB0B-B9832AE3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10" name="status-4">
            <a:extLst xmlns:a="http://schemas.openxmlformats.org/drawingml/2006/main">
              <a:ext uri="{FF2B5EF4-FFF2-40B4-BE49-F238E27FC236}">
                <a16:creationId xmlns:a16="http://schemas.microsoft.com/office/drawing/2014/main" id="{99D1C7A9-6C5F-4FB1-9D80-482DDB40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5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3266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192B672D-B11D-4F78-91A7-06169911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9B71FF8-8AC3-46A2-9C54-6385594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F50E843-A1EC-4019-9F3F-CABBBF6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19DC101-504C-426E-BC59-80319839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8905CEE-44DE-47EE-8A8F-9ECFBFC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หลักฐานการทำงาน—not just a concept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0761524-4607-43CA-B7A2-2B511F7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238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TypeScript tests
ผ่านใน verified checkout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9081A53-6236-4C16-AAA0-047D3AE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เว็บเดโม deploy แล้ว
เปิดให้ทดลองได้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7AF4998-FDFE-4744-854F-757F834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 tests
ผ่าน (8 skipped)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91B1E16-91DD-4041-A5EF-81FFE5A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 / 40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4532C55-7D1F-4D75-BA7D-86B2052D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35 / 35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1A8C42D-221D-4531-8A82-FD8F31E2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8A94064-DDCF-45E5-BAC6-36A99EDC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โค้ดหลัก ระบบเสียง และ public demo เชื่อมกันเป็นโปรเจกต์เดียว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ขอบเขตที่ยังต้องใช้มนุษย์ตัดสินคือความเหมือนของเสียงและคุณภาพจากข้อมูลจริง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09BF8230-8A11-4B17-85FB-6BEBA964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14" name="status-5">
            <a:extLst xmlns:a="http://schemas.openxmlformats.org/drawingml/2006/main">
              <a:ext uri="{FF2B5EF4-FFF2-40B4-BE49-F238E27FC236}">
                <a16:creationId xmlns:a16="http://schemas.microsoft.com/office/drawing/2014/main" id="{1FCC7872-EB20-453C-9EAA-0DA4EB5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5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4685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1218F37-A6EC-40FB-AA4B-3E2820A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F6F31C8-22B1-42C3-8F22-1140A88E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Consent is a product feature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ECB40D15-D08E-49EA-81DD-64D27EB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VISIBLE
แจ้งใน channel ว่ากำลังฟัง target คนไหน และ label เสียงที่สร้างว่าเป็น AI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CBBD6B4-7AFC-4837-968C-7F70403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TARGET-ONLY
เก็บไฟล์ train เฉพาะคนที่เลือกและยินยอม ไม่ปนเสียงของสมาชิกคนอื่น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04E82A2C-EF80-4BCE-BF01-0432B22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BY DEFAULT
ไม่ publish token, raw audio, private memory หรือน้ำหนักโมเดลบุคคลจริง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3CA5BB3B-DFFB-4ABB-ABB0-8EE4D2CF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35CB161E-996C-4F7A-B56A-636F292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09957B0F-0708-4CF9-816A-EFA1E21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6">
            <a:extLst xmlns:a="http://schemas.openxmlformats.org/drawingml/2006/main">
              <a:ext uri="{FF2B5EF4-FFF2-40B4-BE49-F238E27FC236}">
                <a16:creationId xmlns:a16="http://schemas.microsoft.com/office/drawing/2014/main" id="{BF8E3E55-4F3F-4909-87B4-82C96561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10" name="status-6">
            <a:extLst xmlns:a="http://schemas.openxmlformats.org/drawingml/2006/main">
              <a:ext uri="{FF2B5EF4-FFF2-40B4-BE49-F238E27FC236}">
                <a16:creationId xmlns:a16="http://schemas.microsoft.com/office/drawing/2014/main" id="{41572786-29C4-4894-B7BD-461CF4BF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5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2857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A8357360-EDD5-4EC9-9B61-EF3C3BFA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ฟัง · เข้าใจ · จำ · ตอบ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0043F49-973E-426A-BE1A-ECF4A9C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1000125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digital-me-thai-voice.piriyapong2551.chatgpt.site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github.com/eikq/DiscordBOT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Digital Me · Thai Voice AI for Discord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19D08EE-9EF1-4395-A7F2-737FA3AB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TRY IT</a:t>
            </a:r>
          </a:p>
        </p:txBody>
      </p:sp>
      <p:sp>
        <p:nvSpPr>
          <p:cNvPr id="4" name="accent-7">
            <a:extLst xmlns:a="http://schemas.openxmlformats.org/drawingml/2006/main">
              <a:ext uri="{FF2B5EF4-FFF2-40B4-BE49-F238E27FC236}">
                <a16:creationId xmlns:a16="http://schemas.microsoft.com/office/drawing/2014/main" id="{BE8F443B-CB37-463D-B7A8-E3D4150F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7FF"/>
          </a:solidFill>
          <a:ln xmlns:a="http://schemas.openxmlformats.org/drawingml/2006/main" w="0">
            <a:solidFill>
              <a:srgbClr val="6957FF"/>
            </a:solidFill>
            <a:prstDash val="solid"/>
          </a:ln>
        </p:spPr>
      </p:sp>
      <p:sp>
        <p:nvSpPr>
          <p:cNvPr id="5" name="status-7">
            <a:extLst xmlns:a="http://schemas.openxmlformats.org/drawingml/2006/main">
              <a:ext uri="{FF2B5EF4-FFF2-40B4-BE49-F238E27FC236}">
                <a16:creationId xmlns:a16="http://schemas.microsoft.com/office/drawing/2014/main" id="{96032E9D-2A4E-418C-A110-089B4F1C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3904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2026-08-14T12:57:14.8150000Z</dcterms:created>
  <dcterms:modified xsi:type="dcterms:W3CDTF">2026-08-14T12:57:14.8150000Z</dcterms:modified>
</coreProperties>
</file>